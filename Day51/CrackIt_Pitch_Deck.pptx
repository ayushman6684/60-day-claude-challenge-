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26306E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3931920"/>
            <a:ext cx="3657600" cy="3657600"/>
          </a:xfrm>
          <a:prstGeom prst="ellipse">
            <a:avLst/>
          </a:prstGeom>
          <a:solidFill>
            <a:srgbClr val="222B6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TALKS 60-DAY CLAUDE AI CHALLENGE  —  10-DAY CAPSTONE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CrackIt</a:t>
            </a:r>
            <a:endParaRPr lang="en-US" sz="6800" dirty="0"/>
          </a:p>
        </p:txBody>
      </p:sp>
      <p:sp>
        <p:nvSpPr>
          <p:cNvPr id="7" name="Text 5"/>
          <p:cNvSpPr/>
          <p:nvPr/>
        </p:nvSpPr>
        <p:spPr>
          <a:xfrm>
            <a:off x="822960" y="36118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Interviewer That Cross-Examines Your Resume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mock interviews for students and freshers — grounded in your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AEB9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resume and the job you're targeting.</a:t>
            </a:r>
            <a:endParaRPr lang="en-US" sz="1400" dirty="0"/>
          </a:p>
        </p:txBody>
      </p:sp>
      <p:pic>
        <p:nvPicPr>
          <p:cNvPr id="9" name="Image 0" descr="/home/claude/deliverables/icon_robot_C9A2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4937760"/>
            <a:ext cx="1005840" cy="10058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CrackIt  •  AI Resume Defense Simulator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Freshers walk into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interviews unprepared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defend their own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resume.</a:t>
            </a:r>
            <a:endParaRPr lang="en-US" sz="2700" dirty="0"/>
          </a:p>
        </p:txBody>
      </p:sp>
      <p:pic>
        <p:nvPicPr>
          <p:cNvPr id="5" name="Image 0" descr="/home/claude/deliverables/icon_problem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7947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160" y="6858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prep, real gaps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709160" y="105156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mock-interview tools ask canned questions that ignore what's actually written on the candidate's resume.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709160" y="210312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plays devil's advocate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09160" y="246888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claims, unexplained gaps, and shallow project descriptions go unchallenged until the real interview.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709160" y="35204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that doesn't help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709160" y="388620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feedback exists, it's a vague pass/fail — not a specific plan for what to fix and how.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709160" y="493776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panels aren't accessible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09160" y="5303520"/>
            <a:ext cx="6766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mentors who can simulate real interview pressure are scarce, and often costly.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CrackIt  •  AI Resume Defense Simulator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the fresher, ready to grow with the career-switcher.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126480" cy="4297680"/>
          </a:xfrm>
          <a:prstGeom prst="roundRect">
            <a:avLst>
              <a:gd name="adj" fmla="val 255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1A1A1A">
                <a:alpha val="25000"/>
              </a:srgbClr>
            </a:outerShdw>
          </a:effectLst>
        </p:spPr>
      </p:sp>
      <p:pic>
        <p:nvPicPr>
          <p:cNvPr id="5" name="Image 0" descr="/home/claude/deliverables/icon_student_C9A2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05740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103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PERSONA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691640" y="237744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Aditi, Final-Year CS Student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68680" y="29718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331720" y="29535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an internship or entry-level SDE role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36301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2331720" y="3611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Anxious about being asked things her resume can't back up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68680" y="428853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331720" y="42702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Can't afford paid mock-interview coaching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868680" y="494690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COMFORT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2331720" y="492861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— will happily use an AI tool that feels realistic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949440" y="1783080"/>
            <a:ext cx="4709160" cy="4297680"/>
          </a:xfrm>
          <a:prstGeom prst="roundRect">
            <a:avLst>
              <a:gd name="adj" fmla="val 2553"/>
            </a:avLst>
          </a:prstGeom>
          <a:solidFill>
            <a:srgbClr val="F4F6FB"/>
          </a:solidFill>
          <a:ln w="12700">
            <a:solidFill>
              <a:srgbClr val="DDE3F2"/>
            </a:solidFill>
            <a:prstDash val="solid"/>
          </a:ln>
        </p:spPr>
      </p:sp>
      <p:pic>
        <p:nvPicPr>
          <p:cNvPr id="17" name="Image 1" descr="/home/claude/deliverables/icon_briefcase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2057400"/>
            <a:ext cx="594360" cy="59436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01000" y="21214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(V2 FOCUS)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269480" y="25146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switchers &amp;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professionals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269480" y="3429000"/>
            <a:ext cx="41148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doesn't preclude this audience — but v1.0 tone, sample content, and question design are optimized entirely for entry-level software engineering candidates.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CrackIt  •  AI Resume Defense Simulator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interviewer that actually</a:t>
            </a:r>
            <a:endParaRPr lang="en-US" sz="2800" dirty="0"/>
          </a:p>
          <a:p>
            <a:pPr indent="0" marL="0">
              <a:lnSpc>
                <a:spcPts val="33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your resume — and pushes back.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52F6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060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deliverables/icon_upload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432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65176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429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story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or upload your resume (PDF/DOCX). Add a target job title and description — optional, but sharpens every question.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3317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52F6E"/>
          </a:solidFill>
          <a:ln/>
        </p:spPr>
      </p:sp>
      <p:sp>
        <p:nvSpPr>
          <p:cNvPr id="11" name="Shape 8"/>
          <p:cNvSpPr/>
          <p:nvPr/>
        </p:nvSpPr>
        <p:spPr>
          <a:xfrm>
            <a:off x="3611880" y="26060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1" descr="/home/claude/deliverables/icon_sliders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743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8640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11880" y="3429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pressure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3611880" y="39776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Friendly, Standard, or Tough — the interviewer's tone and skepticism adapt to your choice.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23317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52F6E"/>
          </a:solidFill>
          <a:ln/>
        </p:spPr>
      </p:sp>
      <p:sp>
        <p:nvSpPr>
          <p:cNvPr id="17" name="Shape 13"/>
          <p:cNvSpPr/>
          <p:nvPr/>
        </p:nvSpPr>
        <p:spPr>
          <a:xfrm>
            <a:off x="6446520" y="26060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8" name="Image 2" descr="/home/claude/deliverables/icon_chat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4320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2104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46520" y="3429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Defend it, live</a:t>
            </a:r>
            <a:endParaRPr lang="en-US" sz="1550" dirty="0"/>
          </a:p>
        </p:txBody>
      </p:sp>
      <p:sp>
        <p:nvSpPr>
          <p:cNvPr id="21" name="Text 16"/>
          <p:cNvSpPr/>
          <p:nvPr/>
        </p:nvSpPr>
        <p:spPr>
          <a:xfrm>
            <a:off x="6446520" y="39776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adaptive, multi-turn text interview (6–12 questions) probes claims, gaps, projects, and resume-JD fit.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9052560" y="2331720"/>
            <a:ext cx="2606040" cy="3749040"/>
          </a:xfrm>
          <a:prstGeom prst="roundRect">
            <a:avLst>
              <a:gd name="adj" fmla="val 3509"/>
            </a:avLst>
          </a:prstGeom>
          <a:solidFill>
            <a:srgbClr val="252F6E"/>
          </a:solidFill>
          <a:ln/>
        </p:spPr>
      </p:sp>
      <p:sp>
        <p:nvSpPr>
          <p:cNvPr id="23" name="Shape 18"/>
          <p:cNvSpPr/>
          <p:nvPr/>
        </p:nvSpPr>
        <p:spPr>
          <a:xfrm>
            <a:off x="9281160" y="2606040"/>
            <a:ext cx="640080" cy="64008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4" name="Image 3" descr="/home/claude/deliverables/icon_pdf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432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155680" y="23957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6B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281160" y="34290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away sharper</a:t>
            </a:r>
            <a:endParaRPr lang="en-US" sz="1550" dirty="0"/>
          </a:p>
        </p:txBody>
      </p:sp>
      <p:sp>
        <p:nvSpPr>
          <p:cNvPr id="27" name="Text 21"/>
          <p:cNvSpPr/>
          <p:nvPr/>
        </p:nvSpPr>
        <p:spPr>
          <a:xfrm>
            <a:off x="9281160" y="3977640"/>
            <a:ext cx="2148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downloadable, ATS-style report: category scores, strengths, weaknesses, and model answers.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CrackIt  •  AI Resume Defense Simulator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features. One focused, polished v1.0.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liverables/icon_upload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574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 Resume Input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2971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text or upload PDF/DOCX, with automatic extraction and a paste fallback if parsing fails.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4340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liverables/icon_briefcas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205740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Interviewing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2971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job title + JD lets the AI cross-examine resume claims against real role requirements.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38160" y="169164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19202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deliverables/icon_sliders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205740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0604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Interviewer Tones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Friendly, Standard, or Tough — the same underlying rigor, different pressure and delivery.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deliverables/icon_brai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2519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Interview Engine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1663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questions, scaled to resume and role complexity — never a fixed, scripted set.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57200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eliverables/icon_chart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519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Scorecard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0" y="51663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scored categories: Credibility, Technical Knowledge, Communication, Problem Solving, Confidence, Resume-JD Fit.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4F6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366760" y="4114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deliverables/icon_pdf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3920" y="425196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8006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Downloadable ATS Report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516636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professional PDF with scores, strengths/weaknesses, tips, and model answers — no login required.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CrackIt  •  AI Resume Defense Simulator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that reads like a mentor, not a scoreboard.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SCORECARD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Credibility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71800" y="2249424"/>
            <a:ext cx="2651760" cy="201168"/>
          </a:xfrm>
          <a:prstGeom prst="roundRect">
            <a:avLst>
              <a:gd name="adj" fmla="val 13636"/>
            </a:avLst>
          </a:prstGeom>
          <a:solidFill>
            <a:srgbClr val="E1E6F5"/>
          </a:solidFill>
          <a:ln/>
        </p:spPr>
      </p:sp>
      <p:sp>
        <p:nvSpPr>
          <p:cNvPr id="8" name="Shape 6"/>
          <p:cNvSpPr/>
          <p:nvPr/>
        </p:nvSpPr>
        <p:spPr>
          <a:xfrm>
            <a:off x="2971800" y="2249424"/>
            <a:ext cx="1909267" cy="201168"/>
          </a:xfrm>
          <a:prstGeom prst="roundRect">
            <a:avLst>
              <a:gd name="adj" fmla="val 13636"/>
            </a:avLst>
          </a:prstGeom>
          <a:solidFill>
            <a:srgbClr val="2E9E64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0" y="2194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770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Knowledge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971800" y="2825496"/>
            <a:ext cx="2651760" cy="201168"/>
          </a:xfrm>
          <a:prstGeom prst="roundRect">
            <a:avLst>
              <a:gd name="adj" fmla="val 13636"/>
            </a:avLst>
          </a:prstGeom>
          <a:solidFill>
            <a:srgbClr val="E1E6F5"/>
          </a:solidFill>
          <a:ln/>
        </p:spPr>
      </p:sp>
      <p:sp>
        <p:nvSpPr>
          <p:cNvPr id="12" name="Shape 10"/>
          <p:cNvSpPr/>
          <p:nvPr/>
        </p:nvSpPr>
        <p:spPr>
          <a:xfrm>
            <a:off x="2971800" y="2825496"/>
            <a:ext cx="1723644" cy="201168"/>
          </a:xfrm>
          <a:prstGeom prst="roundRect">
            <a:avLst>
              <a:gd name="adj" fmla="val 13636"/>
            </a:avLst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277063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346704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71800" y="3401568"/>
            <a:ext cx="2651760" cy="201168"/>
          </a:xfrm>
          <a:prstGeom prst="roundRect">
            <a:avLst>
              <a:gd name="adj" fmla="val 13636"/>
            </a:avLst>
          </a:prstGeom>
          <a:solidFill>
            <a:srgbClr val="E1E6F5"/>
          </a:solidFill>
          <a:ln/>
        </p:spPr>
      </p:sp>
      <p:sp>
        <p:nvSpPr>
          <p:cNvPr id="16" name="Shape 14"/>
          <p:cNvSpPr/>
          <p:nvPr/>
        </p:nvSpPr>
        <p:spPr>
          <a:xfrm>
            <a:off x="2971800" y="3401568"/>
            <a:ext cx="2121408" cy="201168"/>
          </a:xfrm>
          <a:prstGeom prst="roundRect">
            <a:avLst>
              <a:gd name="adj" fmla="val 13636"/>
            </a:avLst>
          </a:prstGeom>
          <a:solidFill>
            <a:srgbClr val="2E9E64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0" y="33467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922776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971800" y="3977640"/>
            <a:ext cx="2651760" cy="201168"/>
          </a:xfrm>
          <a:prstGeom prst="roundRect">
            <a:avLst>
              <a:gd name="adj" fmla="val 13636"/>
            </a:avLst>
          </a:prstGeom>
          <a:solidFill>
            <a:srgbClr val="E1E6F5"/>
          </a:solidFill>
          <a:ln/>
        </p:spPr>
      </p:sp>
      <p:sp>
        <p:nvSpPr>
          <p:cNvPr id="20" name="Shape 18"/>
          <p:cNvSpPr/>
          <p:nvPr/>
        </p:nvSpPr>
        <p:spPr>
          <a:xfrm>
            <a:off x="2971800" y="3977640"/>
            <a:ext cx="1538021" cy="201168"/>
          </a:xfrm>
          <a:prstGeom prst="roundRect">
            <a:avLst>
              <a:gd name="adj" fmla="val 13636"/>
            </a:avLst>
          </a:prstGeom>
          <a:solidFill>
            <a:srgbClr val="C25B4A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0" y="39227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22960" y="449884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971800" y="4553712"/>
            <a:ext cx="2651760" cy="201168"/>
          </a:xfrm>
          <a:prstGeom prst="roundRect">
            <a:avLst>
              <a:gd name="adj" fmla="val 13636"/>
            </a:avLst>
          </a:prstGeom>
          <a:solidFill>
            <a:srgbClr val="E1E6F5"/>
          </a:solidFill>
          <a:ln/>
        </p:spPr>
      </p:sp>
      <p:sp>
        <p:nvSpPr>
          <p:cNvPr id="24" name="Shape 22"/>
          <p:cNvSpPr/>
          <p:nvPr/>
        </p:nvSpPr>
        <p:spPr>
          <a:xfrm>
            <a:off x="2971800" y="4553712"/>
            <a:ext cx="1856232" cy="201168"/>
          </a:xfrm>
          <a:prstGeom prst="roundRect">
            <a:avLst>
              <a:gd name="adj" fmla="val 13636"/>
            </a:avLst>
          </a:prstGeom>
          <a:solidFill>
            <a:srgbClr val="2E9E64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0" y="44988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22960" y="5074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Resume-JD Fit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971800" y="5129784"/>
            <a:ext cx="2651760" cy="201168"/>
          </a:xfrm>
          <a:prstGeom prst="roundRect">
            <a:avLst>
              <a:gd name="adj" fmla="val 13636"/>
            </a:avLst>
          </a:prstGeom>
          <a:solidFill>
            <a:srgbClr val="E1E6F5"/>
          </a:solidFill>
          <a:ln/>
        </p:spPr>
      </p:sp>
      <p:sp>
        <p:nvSpPr>
          <p:cNvPr id="28" name="Shape 26"/>
          <p:cNvSpPr/>
          <p:nvPr/>
        </p:nvSpPr>
        <p:spPr>
          <a:xfrm>
            <a:off x="2971800" y="5129784"/>
            <a:ext cx="1670609" cy="201168"/>
          </a:xfrm>
          <a:prstGeom prst="roundRect">
            <a:avLst>
              <a:gd name="adj" fmla="val 13636"/>
            </a:avLst>
          </a:prstGeom>
          <a:solidFill>
            <a:srgbClr val="C9A227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0" y="5074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1645920"/>
            <a:ext cx="5394960" cy="4434840"/>
          </a:xfrm>
          <a:prstGeom prst="roundRect">
            <a:avLst>
              <a:gd name="adj" fmla="val 2062"/>
            </a:avLst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ANSWER — BEFORE / AFTER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83680" y="221284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Interviewer asked: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83680" y="2487168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list 'led a team of 4' — what did leading actually involve day-to-day?”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583680" y="3200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5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ANSWER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83680" y="3493008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just made sure everyone did their part.”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583680" y="4023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ANSWER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83680" y="4315968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D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split the project into 3 modules, ran twice-weekly check-ins, and unblocked a teammate stuck on the API integration by pairing for an afternoon.”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CrackIt  •  AI Resume Defense Simulator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Lean, stateless, and free to run.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DDE3F2"/>
            </a:solidFill>
            <a:prstDash val="solid"/>
          </a:ln>
        </p:spPr>
      </p:sp>
      <p:pic>
        <p:nvPicPr>
          <p:cNvPr id="5" name="Image 0" descr="/home/claude/deliverables/icon_layer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6712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6517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Front End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6868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UI · Tailwind CSS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repo, one deploy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227832" y="24688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365760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DDE3F2"/>
            </a:solidFill>
            <a:prstDash val="solid"/>
          </a:ln>
        </p:spPr>
      </p:sp>
      <p:pic>
        <p:nvPicPr>
          <p:cNvPr id="10" name="Image 1" descr="/home/claude/deliverables/icon_robot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216712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40480" y="26517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84048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parsing · Interview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· Scoring · PDF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6199632" y="24688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0"/>
          <p:cNvSpPr/>
          <p:nvPr/>
        </p:nvSpPr>
        <p:spPr>
          <a:xfrm>
            <a:off x="662940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 w="12700">
            <a:solidFill>
              <a:srgbClr val="DDE3F2"/>
            </a:solidFill>
            <a:prstDash val="solid"/>
          </a:ln>
        </p:spPr>
      </p:sp>
      <p:pic>
        <p:nvPicPr>
          <p:cNvPr id="15" name="Image 2" descr="/home/claude/deliverables/icon_brain_C9A227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16712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12280" y="26517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81228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4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Adaptive, persona-driven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C4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+ evaluation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9171432" y="2468880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9" name="Shape 14"/>
          <p:cNvSpPr/>
          <p:nvPr/>
        </p:nvSpPr>
        <p:spPr>
          <a:xfrm>
            <a:off x="9601200" y="1965960"/>
            <a:ext cx="2514600" cy="1554480"/>
          </a:xfrm>
          <a:prstGeom prst="roundRect">
            <a:avLst>
              <a:gd name="adj" fmla="val 5882"/>
            </a:avLst>
          </a:prstGeom>
          <a:solidFill>
            <a:srgbClr val="F4F6FB"/>
          </a:solidFill>
          <a:ln w="12700">
            <a:solidFill>
              <a:srgbClr val="DDE3F2"/>
            </a:solidFill>
            <a:prstDash val="solid"/>
          </a:ln>
        </p:spPr>
      </p:sp>
      <p:pic>
        <p:nvPicPr>
          <p:cNvPr id="20" name="Image 3" descr="/home/claude/deliverables/icon_cloud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216712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784080" y="26517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(Free Tier)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9784080" y="297180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deployment</a:t>
            </a:r>
            <a:endParaRPr lang="en-US" sz="95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GitHub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685800" y="3931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2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STACK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685800" y="4352544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19"/>
          <p:cNvSpPr/>
          <p:nvPr/>
        </p:nvSpPr>
        <p:spPr>
          <a:xfrm>
            <a:off x="914400" y="42062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database, no accounts — full session state lives client-side; nothing to secure or migrate.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85800" y="4754880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7" name="Text 21"/>
          <p:cNvSpPr/>
          <p:nvPr/>
        </p:nvSpPr>
        <p:spPr>
          <a:xfrm>
            <a:off x="914400" y="460857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framework (Next.js) serves both UI and API routes — a single deploy, no CORS configuration.</a:t>
            </a:r>
            <a:endParaRPr lang="en-US" sz="1250" dirty="0"/>
          </a:p>
        </p:txBody>
      </p:sp>
      <p:sp>
        <p:nvSpPr>
          <p:cNvPr id="28" name="Shape 22"/>
          <p:cNvSpPr/>
          <p:nvPr/>
        </p:nvSpPr>
        <p:spPr>
          <a:xfrm>
            <a:off x="685800" y="5157216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9" name="Text 23"/>
          <p:cNvSpPr/>
          <p:nvPr/>
        </p:nvSpPr>
        <p:spPr>
          <a:xfrm>
            <a:off x="914400" y="50109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hosting and pay-as-you-go AI usage keep ongoing cost near zero.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85800" y="5559552"/>
            <a:ext cx="91440" cy="914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31" name="Text 25"/>
          <p:cNvSpPr/>
          <p:nvPr/>
        </p:nvSpPr>
        <p:spPr>
          <a:xfrm>
            <a:off x="914400" y="54132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E33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core library — pdf-parse, mammoth, @react-pdf/renderer — is open-source and free.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CrackIt  •  AI Resume Defense Simulator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v1.0 proves the concept.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Here's where CrackIt goes next.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52F6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65176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6" name="Image 0" descr="/home/claude/deliverables/icon_users_1E276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7889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3832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History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88620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resumes and past interviews; track improvement across sessions over time.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83280" y="23774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52F6E"/>
          </a:solidFill>
          <a:ln/>
        </p:spPr>
      </p:sp>
      <p:sp>
        <p:nvSpPr>
          <p:cNvPr id="10" name="Shape 7"/>
          <p:cNvSpPr/>
          <p:nvPr/>
        </p:nvSpPr>
        <p:spPr>
          <a:xfrm>
            <a:off x="3611880" y="265176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1" name="Image 1" descr="/home/claude/deliverables/icon_mic_1E276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78892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3832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Mode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88620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answers and hear the interviewer respond — a stretch goal already scoped for v1.0.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217920" y="23774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52F6E"/>
          </a:solidFill>
          <a:ln/>
        </p:spPr>
      </p:sp>
      <p:sp>
        <p:nvSpPr>
          <p:cNvPr id="15" name="Shape 11"/>
          <p:cNvSpPr/>
          <p:nvPr/>
        </p:nvSpPr>
        <p:spPr>
          <a:xfrm>
            <a:off x="6446520" y="265176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6" name="Image 2" descr="/home/claude/deliverables/icon_chart_1E276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78892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3832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Analytics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46520" y="388620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recurring weak spots across a candidate's multiple sessions.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052560" y="237744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252F6E"/>
          </a:solidFill>
          <a:ln/>
        </p:spPr>
      </p:sp>
      <p:sp>
        <p:nvSpPr>
          <p:cNvPr id="20" name="Shape 15"/>
          <p:cNvSpPr/>
          <p:nvPr/>
        </p:nvSpPr>
        <p:spPr>
          <a:xfrm>
            <a:off x="9281160" y="2651760"/>
            <a:ext cx="594360" cy="59436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21" name="Image 3" descr="/home/claude/deliverables/icon_cap_1E276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0" y="278892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81160" y="33832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Freshers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281160" y="388620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4C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tone and question design to experienced professionals and non-technical roles.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CrackIt  •  AI Resume Defense Simulator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5486400" cy="5486400"/>
          </a:xfrm>
          <a:prstGeom prst="ellipse">
            <a:avLst/>
          </a:prstGeom>
          <a:solidFill>
            <a:srgbClr val="E7ECF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6916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student deserves a mock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as sharp as the real one.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CrackIt turns interview prep from guesswork into rehearsal — grounded in the candidate's real resume, the real job they want, and honest, structured feedback they can act on immediately.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0058400" cy="1188720"/>
          </a:xfrm>
          <a:prstGeom prst="roundRect">
            <a:avLst>
              <a:gd name="adj" fmla="val 7692"/>
            </a:avLst>
          </a:prstGeom>
          <a:solidFill>
            <a:srgbClr val="1E2761"/>
          </a:solidFill>
          <a:ln/>
        </p:spPr>
      </p:sp>
      <p:pic>
        <p:nvPicPr>
          <p:cNvPr id="8" name="Image 0" descr="/home/claude/deliverables/icon_target_C9A2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516636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65960" y="51206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 goal: a deployed, polished v1.0 — a standout portfolio piece that proves real interview-prep value, not just a proof of concept.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CrackIt  •  AI Resume Defense Simulator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2026-07-21T11:51:41Z</dcterms:created>
  <dcterms:modified xsi:type="dcterms:W3CDTF">2026-07-21T11:51:41Z</dcterms:modified>
</cp:coreProperties>
</file>